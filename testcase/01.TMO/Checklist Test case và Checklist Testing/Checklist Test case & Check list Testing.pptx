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9" r:id="rId2"/>
    <p:sldId id="268" r:id="rId3"/>
    <p:sldId id="295" r:id="rId4"/>
    <p:sldId id="305" r:id="rId5"/>
    <p:sldId id="298" r:id="rId6"/>
    <p:sldId id="300" r:id="rId7"/>
    <p:sldId id="303" r:id="rId8"/>
    <p:sldId id="301" r:id="rId9"/>
    <p:sldId id="302" r:id="rId10"/>
    <p:sldId id="304" r:id="rId11"/>
    <p:sldId id="296" r:id="rId12"/>
    <p:sldId id="29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FF9933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01" autoAdjust="0"/>
    <p:restoredTop sz="94660"/>
  </p:normalViewPr>
  <p:slideViewPr>
    <p:cSldViewPr>
      <p:cViewPr varScale="1">
        <p:scale>
          <a:sx n="114" d="100"/>
          <a:sy n="114" d="100"/>
        </p:scale>
        <p:origin x="1788" y="1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15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830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6111875"/>
            <a:ext cx="5791200" cy="365125"/>
          </a:xfrm>
          <a:prstGeom prst="rect">
            <a:avLst/>
          </a:prstGeom>
        </p:spPr>
        <p:txBody>
          <a:bodyPr tIns="0" bIns="0" anchor="b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Báo cáo tổng kết 2017 - PMO</a:t>
            </a:r>
            <a:endParaRPr lang="en-US" dirty="0"/>
          </a:p>
        </p:txBody>
      </p:sp>
      <p:pic>
        <p:nvPicPr>
          <p:cNvPr id="2051" name="Picture 1" descr="logo+Luvina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95402" cy="787402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blurRad="177800" dist="50800" dir="5400000" algn="ctr" rotWithShape="0">
              <a:srgbClr val="000000">
                <a:alpha val="0"/>
              </a:srgb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/>
          <a:lstStyle/>
          <a:p>
            <a:fld id="{49598980-D22C-4904-9F8F-3DB09B2ECD8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135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570" indent="0">
              <a:buNone/>
              <a:defRPr/>
            </a:lvl3pPr>
            <a:lvl4pPr marL="1161415" indent="0">
              <a:buNone/>
              <a:defRPr/>
            </a:lvl4pPr>
            <a:lvl5pPr marL="139001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415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1" name="Graphic 20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  <p:pic>
        <p:nvPicPr>
          <p:cNvPr id="1027" name="Picture 1" descr="logo+Luvina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591" y="1994"/>
            <a:ext cx="1230913" cy="748202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dt="0"/>
  <p:txStyles>
    <p:titleStyle>
      <a:lvl1pPr marL="182880" algn="l" rtl="0" eaLnBrk="1" latinLnBrk="0" hangingPunct="1">
        <a:spcBef>
          <a:spcPct val="0"/>
        </a:spcBef>
        <a:buNone/>
        <a:defRPr sz="32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310" indent="-384175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170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185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185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705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200" y="1066800"/>
            <a:ext cx="8382000" cy="1066800"/>
          </a:xfrm>
        </p:spPr>
        <p:txBody>
          <a:bodyPr/>
          <a:lstStyle/>
          <a:p>
            <a:pPr algn="l"/>
            <a:r>
              <a:rPr lang="en-US" sz="3600" dirty="0"/>
              <a:t>CHECKLIST</a:t>
            </a:r>
            <a:br>
              <a:rPr lang="en-US" sz="3600" dirty="0"/>
            </a:br>
            <a:r>
              <a:rPr lang="en-US" sz="3600" dirty="0"/>
              <a:t>TESTCASE &amp;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3849666"/>
            <a:ext cx="4488656" cy="12345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Người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: </a:t>
            </a:r>
            <a:r>
              <a:rPr lang="en-US" b="1" dirty="0"/>
              <a:t>TMO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447800" y="1371600"/>
            <a:ext cx="7086600" cy="41910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Checklist </a:t>
            </a:r>
            <a:r>
              <a:rPr lang="en-US" dirty="0" err="1">
                <a:solidFill>
                  <a:schemeClr val="bg1"/>
                </a:solidFill>
              </a:rPr>
              <a:t>là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gì</a:t>
            </a:r>
            <a:r>
              <a:rPr lang="en-US" dirty="0">
                <a:solidFill>
                  <a:schemeClr val="bg1"/>
                </a:solidFill>
              </a:rPr>
              <a:t>? </a:t>
            </a:r>
          </a:p>
          <a:p>
            <a:pPr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Cấu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trúc</a:t>
            </a:r>
            <a:r>
              <a:rPr lang="en-US" dirty="0">
                <a:solidFill>
                  <a:schemeClr val="bg1"/>
                </a:solidFill>
              </a:rPr>
              <a:t> checklist</a:t>
            </a:r>
          </a:p>
          <a:p>
            <a:pPr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Cách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checklist</a:t>
            </a:r>
          </a:p>
          <a:p>
            <a:pPr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Những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điều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tránh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checklist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Checklist Test case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Checklist testing</a:t>
            </a:r>
          </a:p>
          <a:p>
            <a:pPr marL="64135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" y="419894"/>
            <a:ext cx="8915400" cy="799306"/>
          </a:xfrm>
        </p:spPr>
        <p:txBody>
          <a:bodyPr/>
          <a:lstStyle/>
          <a:p>
            <a:r>
              <a:rPr lang="vi-VN" dirty="0"/>
              <a:t>1</a:t>
            </a:r>
            <a:r>
              <a:rPr lang="en-US" dirty="0"/>
              <a:t>. Checklist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5029200" cy="5486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vi-VN" sz="1800" b="1" dirty="0"/>
              <a:t>Checklist </a:t>
            </a:r>
            <a:r>
              <a:rPr lang="en-US" sz="1800" b="1" dirty="0" err="1"/>
              <a:t>là</a:t>
            </a:r>
            <a:r>
              <a:rPr lang="en-US" sz="1800" b="1" dirty="0"/>
              <a:t> </a:t>
            </a:r>
            <a:r>
              <a:rPr lang="en-US" sz="1800" b="1" dirty="0" err="1"/>
              <a:t>gì</a:t>
            </a:r>
            <a:r>
              <a:rPr lang="en-US" sz="1800" b="1" dirty="0"/>
              <a:t>?</a:t>
            </a:r>
          </a:p>
          <a:p>
            <a:pPr marL="537210" lvl="1" indent="0">
              <a:buNone/>
            </a:pPr>
            <a:r>
              <a:rPr lang="en-US" dirty="0"/>
              <a:t>L</a:t>
            </a:r>
            <a:r>
              <a:rPr lang="vi-VN" dirty="0"/>
              <a:t>à danh sách những công việc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/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vi-VN" dirty="0"/>
              <a:t> cụ thể cần thực hiện nhằm </a:t>
            </a:r>
            <a:r>
              <a:rPr lang="en-US" dirty="0" err="1"/>
              <a:t>giúp</a:t>
            </a:r>
            <a:r>
              <a:rPr lang="vi-VN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chóng</a:t>
            </a:r>
            <a:r>
              <a:rPr lang="en-US" dirty="0"/>
              <a:t>,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sót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C</a:t>
            </a:r>
            <a:r>
              <a:rPr lang="vi-VN" sz="1800" b="1" dirty="0"/>
              <a:t>hecklist </a:t>
            </a:r>
            <a:r>
              <a:rPr lang="en-US" sz="1800" b="1" dirty="0" err="1"/>
              <a:t>dùng</a:t>
            </a:r>
            <a:r>
              <a:rPr lang="en-US" sz="1800" b="1" dirty="0"/>
              <a:t> </a:t>
            </a:r>
            <a:r>
              <a:rPr lang="vi-VN" sz="1800" b="1" dirty="0"/>
              <a:t>ở đâu?</a:t>
            </a:r>
            <a:endParaRPr lang="en-US" sz="1800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Dùng</a:t>
            </a:r>
            <a:r>
              <a:rPr lang="en-US" dirty="0"/>
              <a:t> ở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vi-VN" dirty="0"/>
              <a:t>Dùng v</a:t>
            </a:r>
            <a:r>
              <a:rPr lang="vi-VN" dirty="0"/>
              <a:t>ới </a:t>
            </a:r>
            <a:r>
              <a:rPr lang="en-US" dirty="0"/>
              <a:t>các </a:t>
            </a:r>
            <a:r>
              <a:rPr lang="en-US" dirty="0" err="1"/>
              <a:t>công</a:t>
            </a:r>
            <a:r>
              <a:rPr lang="en-US" dirty="0"/>
              <a:t> việc phải</a:t>
            </a:r>
            <a:r>
              <a:rPr lang="vi-VN" dirty="0"/>
              <a:t> phải lặp lại nhiều lần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vi-VN" sz="1800" b="1" dirty="0"/>
              <a:t>Ai sử dụng checklist</a:t>
            </a:r>
            <a:r>
              <a:rPr lang="en-US" sz="1800" b="1" dirty="0"/>
              <a:t> </a:t>
            </a:r>
            <a:r>
              <a:rPr lang="en-US" sz="1800" b="1" dirty="0" err="1"/>
              <a:t>trong</a:t>
            </a:r>
            <a:r>
              <a:rPr lang="en-US" sz="1800" b="1" dirty="0"/>
              <a:t> </a:t>
            </a:r>
            <a:r>
              <a:rPr lang="en-US" sz="1800" b="1" dirty="0" err="1"/>
              <a:t>dự</a:t>
            </a:r>
            <a:r>
              <a:rPr lang="en-US" sz="1800" b="1" dirty="0"/>
              <a:t> </a:t>
            </a:r>
            <a:r>
              <a:rPr lang="en-US" sz="1800" b="1" dirty="0" err="1"/>
              <a:t>án</a:t>
            </a:r>
            <a:r>
              <a:rPr lang="vi-VN" sz="1800" b="1" dirty="0"/>
              <a:t>?</a:t>
            </a:r>
            <a:endParaRPr lang="en-US" sz="1800" b="1" dirty="0"/>
          </a:p>
          <a:p>
            <a:pPr marL="537210" lvl="1" indent="0">
              <a:buNone/>
            </a:pPr>
            <a:r>
              <a:rPr lang="vi-VN" dirty="0"/>
              <a:t>Checklist được sử dụng bởi hầu hết các </a:t>
            </a:r>
            <a:r>
              <a:rPr lang="en-US" dirty="0"/>
              <a:t>member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marL="537210" lvl="1" indent="0">
              <a:buNone/>
            </a:pPr>
            <a:endParaRPr lang="en-US" dirty="0"/>
          </a:p>
          <a:p>
            <a:pPr marL="64135" indent="0">
              <a:buNone/>
            </a:pPr>
            <a:endParaRPr lang="en-US" sz="1800" dirty="0"/>
          </a:p>
        </p:txBody>
      </p:sp>
      <p:pic>
        <p:nvPicPr>
          <p:cNvPr id="1028" name="Picture 4" descr="Image result for má»¥c ÄÃ­ch check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924" y="792774"/>
            <a:ext cx="3810000" cy="466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" y="419894"/>
            <a:ext cx="8915400" cy="799306"/>
          </a:xfrm>
        </p:spPr>
        <p:txBody>
          <a:bodyPr/>
          <a:lstStyle/>
          <a:p>
            <a:r>
              <a:rPr lang="vi-VN" dirty="0"/>
              <a:t>1</a:t>
            </a:r>
            <a:r>
              <a:rPr lang="en-US" dirty="0"/>
              <a:t>. Checklist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5029200" cy="5486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b="1" dirty="0" err="1"/>
              <a:t>Tại</a:t>
            </a:r>
            <a:r>
              <a:rPr lang="en-US" sz="1800" b="1" dirty="0"/>
              <a:t> </a:t>
            </a:r>
            <a:r>
              <a:rPr lang="en-US" sz="1800" b="1" dirty="0" err="1"/>
              <a:t>Luvina</a:t>
            </a:r>
            <a:r>
              <a:rPr lang="en-US" sz="1800" b="1" dirty="0"/>
              <a:t>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phầm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checklist.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checklist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Checklist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endParaRPr lang="en-US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Checklist code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…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Checklist Testcase &amp; Testing</a:t>
            </a:r>
            <a:r>
              <a:rPr lang="en-US" sz="1800" dirty="0"/>
              <a:t>: Giai </a:t>
            </a:r>
            <a:r>
              <a:rPr lang="en-US" sz="1800" dirty="0" err="1"/>
              <a:t>đoạn</a:t>
            </a:r>
            <a:r>
              <a:rPr lang="en-US" sz="1800" dirty="0"/>
              <a:t> test có 2 checklist </a:t>
            </a:r>
            <a:r>
              <a:rPr lang="en-US" sz="1800" dirty="0" err="1"/>
              <a:t>chính</a:t>
            </a:r>
            <a:r>
              <a:rPr lang="en-US" sz="1800" dirty="0"/>
              <a:t>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Checklist </a:t>
            </a:r>
            <a:r>
              <a:rPr lang="en-US" dirty="0" err="1"/>
              <a:t>testcase</a:t>
            </a:r>
            <a:r>
              <a:rPr lang="en-US" dirty="0"/>
              <a:t> 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testcases</a:t>
            </a:r>
            <a:endParaRPr lang="en-US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Checklist testing: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test</a:t>
            </a:r>
          </a:p>
          <a:p>
            <a:pPr marL="537210" lvl="1" indent="0">
              <a:buNone/>
            </a:pPr>
            <a:endParaRPr lang="en-US" dirty="0"/>
          </a:p>
          <a:p>
            <a:pPr marL="64135" indent="0">
              <a:buNone/>
            </a:pPr>
            <a:endParaRPr lang="en-US" sz="1800" dirty="0"/>
          </a:p>
        </p:txBody>
      </p:sp>
      <p:pic>
        <p:nvPicPr>
          <p:cNvPr id="1028" name="Picture 4" descr="Image result for má»¥c ÄÃ­ch check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924" y="792774"/>
            <a:ext cx="3810000" cy="466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696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7433"/>
            <a:ext cx="8915400" cy="799306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checklist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943600"/>
          </a:xfrm>
        </p:spPr>
        <p:txBody>
          <a:bodyPr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800" dirty="0" err="1">
                <a:solidFill>
                  <a:schemeClr val="bg1"/>
                </a:solidFill>
              </a:rPr>
              <a:t>Thông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thường</a:t>
            </a:r>
            <a:r>
              <a:rPr lang="en-US" sz="1800" dirty="0">
                <a:solidFill>
                  <a:schemeClr val="bg1"/>
                </a:solidFill>
              </a:rPr>
              <a:t> checklist </a:t>
            </a:r>
            <a:r>
              <a:rPr lang="en-US" sz="1800" dirty="0" err="1">
                <a:solidFill>
                  <a:schemeClr val="bg1"/>
                </a:solidFill>
              </a:rPr>
              <a:t>bao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gồm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những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nội</a:t>
            </a:r>
            <a:r>
              <a:rPr lang="en-US" sz="1800" dirty="0">
                <a:solidFill>
                  <a:schemeClr val="bg1"/>
                </a:solidFill>
              </a:rPr>
              <a:t> dung </a:t>
            </a:r>
            <a:r>
              <a:rPr lang="en-US" sz="1800" dirty="0" err="1">
                <a:solidFill>
                  <a:schemeClr val="bg1"/>
                </a:solidFill>
              </a:rPr>
              <a:t>chính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sau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1800" b="1" dirty="0" err="1">
                <a:solidFill>
                  <a:schemeClr val="bg1"/>
                </a:solidFill>
              </a:rPr>
              <a:t>Thông</a:t>
            </a:r>
            <a:r>
              <a:rPr lang="en-US" sz="1800" b="1" dirty="0">
                <a:solidFill>
                  <a:schemeClr val="bg1"/>
                </a:solidFill>
              </a:rPr>
              <a:t> tin </a:t>
            </a:r>
            <a:r>
              <a:rPr lang="en-US" sz="1800" b="1" dirty="0" err="1">
                <a:solidFill>
                  <a:schemeClr val="bg1"/>
                </a:solidFill>
              </a:rPr>
              <a:t>chung</a:t>
            </a:r>
            <a:endParaRPr lang="en-US" sz="1800" b="1" dirty="0">
              <a:solidFill>
                <a:schemeClr val="bg1"/>
              </a:solidFill>
            </a:endParaRP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Tên</a:t>
            </a:r>
            <a:r>
              <a:rPr lang="en-US" dirty="0">
                <a:solidFill>
                  <a:schemeClr val="bg1"/>
                </a:solidFill>
              </a:rPr>
              <a:t> checklist </a:t>
            </a: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Tên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án</a:t>
            </a:r>
            <a:endParaRPr lang="en-US" dirty="0">
              <a:solidFill>
                <a:schemeClr val="bg1"/>
              </a:solidFill>
            </a:endParaRP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ID/</a:t>
            </a:r>
            <a:r>
              <a:rPr lang="en-US" dirty="0" err="1">
                <a:solidFill>
                  <a:schemeClr val="bg1"/>
                </a:solidFill>
              </a:rPr>
              <a:t>Tên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của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đối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tượng</a:t>
            </a:r>
            <a:r>
              <a:rPr lang="en-US" dirty="0">
                <a:solidFill>
                  <a:schemeClr val="bg1"/>
                </a:solidFill>
              </a:rPr>
              <a:t> check</a:t>
            </a: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Ngày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tạo</a:t>
            </a:r>
            <a:endParaRPr lang="en-US" dirty="0">
              <a:solidFill>
                <a:schemeClr val="bg1"/>
              </a:solidFill>
            </a:endParaRP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tạo</a:t>
            </a:r>
            <a:endParaRPr lang="en-US" dirty="0">
              <a:solidFill>
                <a:schemeClr val="bg1"/>
              </a:solidFill>
            </a:endParaRP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duyệt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1800" b="1" dirty="0" err="1">
                <a:solidFill>
                  <a:schemeClr val="bg1"/>
                </a:solidFill>
              </a:rPr>
              <a:t>Nội</a:t>
            </a:r>
            <a:r>
              <a:rPr lang="en-US" sz="1800" b="1" dirty="0">
                <a:solidFill>
                  <a:schemeClr val="bg1"/>
                </a:solidFill>
              </a:rPr>
              <a:t> dung</a:t>
            </a: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STT</a:t>
            </a: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dung check</a:t>
            </a: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KQ check</a:t>
            </a: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KQ </a:t>
            </a:r>
            <a:r>
              <a:rPr lang="en-US" dirty="0" err="1">
                <a:solidFill>
                  <a:schemeClr val="bg1"/>
                </a:solidFill>
              </a:rPr>
              <a:t>phê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duyệt</a:t>
            </a:r>
            <a:endParaRPr lang="en-US" dirty="0">
              <a:solidFill>
                <a:schemeClr val="bg1"/>
              </a:solidFill>
            </a:endParaRPr>
          </a:p>
          <a:p>
            <a:pPr marL="660400" lvl="1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Ghi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chú</a:t>
            </a:r>
            <a:endParaRPr lang="en-US" dirty="0">
              <a:solidFill>
                <a:schemeClr val="bg1"/>
              </a:solidFill>
            </a:endParaRPr>
          </a:p>
          <a:p>
            <a:pPr>
              <a:spcAft>
                <a:spcPts val="500"/>
              </a:spcAft>
            </a:pPr>
            <a:endParaRPr lang="en-US" sz="1800" b="1" dirty="0">
              <a:solidFill>
                <a:schemeClr val="bg1"/>
              </a:solidFill>
            </a:endParaRPr>
          </a:p>
          <a:p>
            <a:pPr>
              <a:spcAft>
                <a:spcPts val="500"/>
              </a:spcAft>
            </a:pPr>
            <a:endParaRPr lang="en-US" sz="1800" b="1" dirty="0">
              <a:solidFill>
                <a:schemeClr val="bg1"/>
              </a:solidFill>
            </a:endParaRP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spcAft>
                <a:spcPts val="500"/>
              </a:spcAft>
              <a:buFont typeface="Wingdings" panose="05000000000000000000" pitchFamily="2" charset="2"/>
              <a:buChar char="v"/>
            </a:pPr>
            <a:endParaRPr lang="en-US" sz="1800" dirty="0"/>
          </a:p>
        </p:txBody>
      </p:sp>
      <p:sp>
        <p:nvSpPr>
          <p:cNvPr id="5" name="Content Placeholder 28"/>
          <p:cNvSpPr txBox="1">
            <a:spLocks/>
          </p:cNvSpPr>
          <p:nvPr/>
        </p:nvSpPr>
        <p:spPr>
          <a:xfrm>
            <a:off x="457200" y="1219200"/>
            <a:ext cx="5029200" cy="5486400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448310" indent="-38417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22960" indent="-28575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95000"/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06170" indent="-22860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6002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828800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4705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46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135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59" y="0"/>
            <a:ext cx="8915400" cy="799306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checklist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791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900" b="1" dirty="0"/>
              <a:t>Input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/>
              <a:t>Checklist </a:t>
            </a:r>
            <a:r>
              <a:rPr lang="en-US" sz="1900" dirty="0" err="1"/>
              <a:t>đối</a:t>
            </a:r>
            <a:r>
              <a:rPr lang="en-US" sz="1900" dirty="0"/>
              <a:t> </a:t>
            </a:r>
            <a:r>
              <a:rPr lang="en-US" sz="1900" dirty="0" err="1"/>
              <a:t>tượng</a:t>
            </a: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 err="1"/>
              <a:t>Đối</a:t>
            </a:r>
            <a:r>
              <a:rPr lang="en-US" sz="1900" dirty="0"/>
              <a:t> </a:t>
            </a:r>
            <a:r>
              <a:rPr lang="en-US" sz="1900" dirty="0" err="1"/>
              <a:t>tượng</a:t>
            </a:r>
            <a:r>
              <a:rPr lang="en-US" sz="1900" dirty="0"/>
              <a:t> </a:t>
            </a:r>
            <a:r>
              <a:rPr lang="en-US" sz="1900" dirty="0" err="1"/>
              <a:t>cần</a:t>
            </a:r>
            <a:r>
              <a:rPr lang="en-US" sz="1900" dirty="0"/>
              <a:t> check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900" b="1" dirty="0"/>
              <a:t>Output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/>
              <a:t>Checklist </a:t>
            </a:r>
            <a:r>
              <a:rPr lang="en-US" sz="1900" dirty="0" err="1"/>
              <a:t>được</a:t>
            </a:r>
            <a:r>
              <a:rPr lang="en-US" sz="1900" dirty="0"/>
              <a:t> </a:t>
            </a:r>
            <a:r>
              <a:rPr lang="en-US" sz="1900" dirty="0" err="1"/>
              <a:t>điền</a:t>
            </a:r>
            <a:r>
              <a:rPr lang="en-US" sz="1900" dirty="0"/>
              <a:t> </a:t>
            </a:r>
            <a:r>
              <a:rPr lang="en-US" sz="1900" dirty="0" err="1"/>
              <a:t>trạng</a:t>
            </a:r>
            <a:r>
              <a:rPr lang="en-US" sz="1900" dirty="0"/>
              <a:t> </a:t>
            </a:r>
            <a:r>
              <a:rPr lang="en-US" sz="1900" dirty="0" err="1"/>
              <a:t>thái</a:t>
            </a:r>
            <a:r>
              <a:rPr lang="en-US" sz="2000" dirty="0"/>
              <a:t> OK /NA/NG </a:t>
            </a: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err="1"/>
              <a:t>Đối</a:t>
            </a:r>
            <a:r>
              <a:rPr lang="en-US" sz="2000" dirty="0"/>
              <a:t> </a:t>
            </a:r>
            <a:r>
              <a:rPr lang="en-US" sz="2000" dirty="0" err="1"/>
              <a:t>tượng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sửa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checklist (</a:t>
            </a:r>
            <a:r>
              <a:rPr lang="en-US" sz="2000" dirty="0" err="1"/>
              <a:t>nếu</a:t>
            </a:r>
            <a:r>
              <a:rPr lang="en-US" sz="2000" dirty="0"/>
              <a:t> </a:t>
            </a:r>
            <a:r>
              <a:rPr lang="en-US" sz="2000" dirty="0" err="1"/>
              <a:t>cần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00066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59" y="0"/>
            <a:ext cx="8915400" cy="799306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checklist</a:t>
            </a:r>
          </a:p>
        </p:txBody>
      </p:sp>
      <p:sp>
        <p:nvSpPr>
          <p:cNvPr id="4" name="Content Placeholder 28"/>
          <p:cNvSpPr txBox="1">
            <a:spLocks/>
          </p:cNvSpPr>
          <p:nvPr/>
        </p:nvSpPr>
        <p:spPr>
          <a:xfrm>
            <a:off x="381000" y="762000"/>
            <a:ext cx="8305800" cy="6019800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marL="448310" indent="-38417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22960" indent="-28575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95000"/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06170" indent="-22860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6002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828800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4705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46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b="1" dirty="0" err="1"/>
              <a:t>Cách</a:t>
            </a:r>
            <a:r>
              <a:rPr lang="en-US" sz="1800" b="1" dirty="0"/>
              <a:t> </a:t>
            </a:r>
            <a:r>
              <a:rPr lang="en-US" sz="1800" b="1" dirty="0" err="1"/>
              <a:t>thực</a:t>
            </a:r>
            <a:r>
              <a:rPr lang="en-US" sz="1800" b="1" dirty="0"/>
              <a:t> </a:t>
            </a:r>
            <a:r>
              <a:rPr lang="en-US" sz="1800" b="1" dirty="0" err="1"/>
              <a:t>hiện</a:t>
            </a:r>
            <a:endParaRPr lang="en-US" sz="1800" b="1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checklist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ý </a:t>
            </a:r>
            <a:r>
              <a:rPr lang="en-US" dirty="0" err="1"/>
              <a:t>nghĩa</a:t>
            </a:r>
            <a:endParaRPr lang="en-US" dirty="0"/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ko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confirm </a:t>
            </a:r>
            <a:r>
              <a:rPr lang="en-US" dirty="0" err="1"/>
              <a:t>với</a:t>
            </a:r>
            <a:r>
              <a:rPr lang="en-US" dirty="0"/>
              <a:t> leader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/>
              <a:t>Điền</a:t>
            </a:r>
            <a:r>
              <a:rPr lang="en-US" dirty="0"/>
              <a:t> [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tin </a:t>
            </a:r>
            <a:r>
              <a:rPr lang="en-US" dirty="0" err="1">
                <a:solidFill>
                  <a:schemeClr val="bg1"/>
                </a:solidFill>
              </a:rPr>
              <a:t>chung</a:t>
            </a:r>
            <a:r>
              <a:rPr lang="en-US" dirty="0">
                <a:solidFill>
                  <a:schemeClr val="bg1"/>
                </a:solidFill>
              </a:rPr>
              <a:t>]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checklist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Với </a:t>
            </a:r>
            <a:r>
              <a:rPr lang="en-US" dirty="0" err="1"/>
              <a:t>từng</a:t>
            </a:r>
            <a:r>
              <a:rPr lang="en-US" dirty="0"/>
              <a:t> ID trong [</a:t>
            </a:r>
            <a:r>
              <a:rPr lang="en-US" dirty="0" err="1"/>
              <a:t>N</a:t>
            </a:r>
            <a:r>
              <a:rPr lang="en-US" dirty="0" err="1">
                <a:solidFill>
                  <a:schemeClr val="bg1"/>
                </a:solidFill>
              </a:rPr>
              <a:t>ội</a:t>
            </a:r>
            <a:r>
              <a:rPr lang="en-US" dirty="0">
                <a:solidFill>
                  <a:schemeClr val="bg1"/>
                </a:solidFill>
              </a:rPr>
              <a:t> dung]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hiện và </a:t>
            </a:r>
            <a:r>
              <a:rPr lang="en-US" dirty="0" err="1">
                <a:solidFill>
                  <a:schemeClr val="bg1"/>
                </a:solidFill>
              </a:rPr>
              <a:t>điền</a:t>
            </a:r>
            <a:r>
              <a:rPr lang="en-US" dirty="0">
                <a:solidFill>
                  <a:schemeClr val="bg1"/>
                </a:solidFill>
              </a:rPr>
              <a:t> KQ </a:t>
            </a:r>
            <a:r>
              <a:rPr lang="en-US" dirty="0" err="1">
                <a:solidFill>
                  <a:schemeClr val="bg1"/>
                </a:solidFill>
              </a:rPr>
              <a:t>vào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/>
              <a:t>cột</a:t>
            </a:r>
            <a:r>
              <a:rPr lang="en-US" dirty="0"/>
              <a:t> [KQ Check]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err="1"/>
              <a:t>Điền</a:t>
            </a:r>
            <a:r>
              <a:rPr lang="en-US" dirty="0"/>
              <a:t> NA </a:t>
            </a:r>
          </a:p>
          <a:p>
            <a:pPr lvl="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check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err="1"/>
              <a:t>Điền</a:t>
            </a:r>
            <a:r>
              <a:rPr lang="en-US" dirty="0"/>
              <a:t> OK </a:t>
            </a:r>
          </a:p>
          <a:p>
            <a:pPr lvl="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check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trong</a:t>
            </a:r>
            <a:r>
              <a:rPr lang="en-US" dirty="0"/>
              <a:t> checklist</a:t>
            </a:r>
          </a:p>
          <a:p>
            <a:pPr lvl="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check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trong</a:t>
            </a:r>
            <a:r>
              <a:rPr lang="en-US" dirty="0"/>
              <a:t> checklist 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err="1"/>
              <a:t>Điền</a:t>
            </a:r>
            <a:r>
              <a:rPr lang="en-US" dirty="0"/>
              <a:t> NG</a:t>
            </a:r>
          </a:p>
          <a:p>
            <a:pPr lvl="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Trường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checklist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( </a:t>
            </a:r>
            <a:r>
              <a:rPr lang="en-US" dirty="0" err="1"/>
              <a:t>Đã</a:t>
            </a:r>
            <a:r>
              <a:rPr lang="en-US" dirty="0"/>
              <a:t> confirm </a:t>
            </a:r>
            <a:r>
              <a:rPr lang="en-US" dirty="0" err="1"/>
              <a:t>với</a:t>
            </a:r>
            <a:r>
              <a:rPr lang="en-US" dirty="0"/>
              <a:t> leader)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chưa</a:t>
            </a:r>
            <a:r>
              <a:rPr lang="en-US" dirty="0"/>
              <a:t> check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[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]</a:t>
            </a:r>
          </a:p>
          <a:p>
            <a:pPr marL="64135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757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1" y="304800"/>
            <a:ext cx="9263449" cy="799306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checklist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104106"/>
            <a:ext cx="8534400" cy="36964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checklist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điền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OK/NA/NG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Checklist </a:t>
            </a:r>
            <a:r>
              <a:rPr lang="en-US" dirty="0" err="1"/>
              <a:t>điền</a:t>
            </a:r>
            <a:r>
              <a:rPr lang="en-US" dirty="0"/>
              <a:t> OK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check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update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Checklist </a:t>
            </a:r>
            <a:r>
              <a:rPr lang="en-US" dirty="0" err="1"/>
              <a:t>điền</a:t>
            </a:r>
            <a:r>
              <a:rPr lang="en-US" dirty="0"/>
              <a:t> NG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Checklist </a:t>
            </a:r>
            <a:r>
              <a:rPr lang="en-US" dirty="0" err="1"/>
              <a:t>điền</a:t>
            </a:r>
            <a:r>
              <a:rPr lang="en-US" dirty="0"/>
              <a:t> NA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check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có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Checklist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điền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</p:spTree>
    <p:extLst>
      <p:ext uri="{BB962C8B-B14F-4D97-AF65-F5344CB8AC3E}">
        <p14:creationId xmlns:p14="http://schemas.microsoft.com/office/powerpoint/2010/main" val="113719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1" y="304800"/>
            <a:ext cx="9263449" cy="799306"/>
          </a:xfrm>
        </p:spPr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1" y="3916131"/>
            <a:ext cx="8609524" cy="22190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Content Placeholder 4"/>
          <p:cNvSpPr txBox="1">
            <a:spLocks/>
          </p:cNvSpPr>
          <p:nvPr/>
        </p:nvSpPr>
        <p:spPr>
          <a:xfrm>
            <a:off x="279590" y="990885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448310" indent="-38417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22960" indent="-28575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95000"/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06170" indent="-22860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6002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828800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4705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46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checklist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checklist</a:t>
            </a:r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6809" y="1676400"/>
            <a:ext cx="8152381" cy="1533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962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1" y="304800"/>
            <a:ext cx="9263449" cy="799306"/>
          </a:xfrm>
        </p:spPr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9590" y="990885"/>
            <a:ext cx="8229600" cy="4572000"/>
          </a:xfrm>
        </p:spPr>
        <p:txBody>
          <a:bodyPr>
            <a:normAutofit/>
          </a:bodyPr>
          <a:lstStyle/>
          <a:p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check </a:t>
            </a:r>
            <a:r>
              <a:rPr lang="en-US" dirty="0" err="1"/>
              <a:t>theo</a:t>
            </a:r>
            <a:r>
              <a:rPr lang="en-US" dirty="0"/>
              <a:t> checklist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checklist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38" y="4054364"/>
            <a:ext cx="8609524" cy="22190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9" y="1676400"/>
            <a:ext cx="8114286" cy="14952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2249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19894"/>
            <a:ext cx="8305801" cy="799306"/>
          </a:xfrm>
        </p:spPr>
        <p:txBody>
          <a:bodyPr/>
          <a:lstStyle/>
          <a:p>
            <a:r>
              <a:rPr lang="en-US" dirty="0"/>
              <a:t>5. CHECKLIST TEST CASE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381000"/>
          </a:xfrm>
        </p:spPr>
        <p:txBody>
          <a:bodyPr>
            <a:norm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Tham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chiếu</a:t>
            </a:r>
            <a:r>
              <a:rPr lang="en-US" sz="1400" dirty="0">
                <a:solidFill>
                  <a:schemeClr val="bg1"/>
                </a:solidFill>
              </a:rPr>
              <a:t> checklist </a:t>
            </a:r>
            <a:r>
              <a:rPr lang="en-US" sz="1400" dirty="0" err="1">
                <a:solidFill>
                  <a:schemeClr val="bg1"/>
                </a:solidFill>
              </a:rPr>
              <a:t>testcase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199" y="1676400"/>
            <a:ext cx="4876800" cy="799306"/>
          </a:xfrm>
          <a:prstGeom prst="rect">
            <a:avLst/>
          </a:prstGeom>
        </p:spPr>
        <p:txBody>
          <a:bodyPr vert="horz" lIns="0" rIns="0" anchor="ctr">
            <a:noAutofit/>
          </a:bodyPr>
          <a:lstStyle>
            <a:lvl1pPr marL="182880" algn="l" rtl="0" eaLnBrk="1" latinLnBrk="0" hangingPunct="1">
              <a:spcBef>
                <a:spcPct val="0"/>
              </a:spcBef>
              <a:buNone/>
              <a:defRPr sz="3200" b="1" kern="1200">
                <a:ln w="6350">
                  <a:noFill/>
                </a:ln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6. CHECKLIST TESTING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7497" y="2819400"/>
            <a:ext cx="8229600" cy="2919360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448310" indent="-38417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22960" indent="-28575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95000"/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06170" indent="-22860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6002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828800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4705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46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</a:rPr>
              <a:t>Tham chiếu checklist testing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86400"/>
          </a:xfrm>
        </p:spPr>
        <p:txBody>
          <a:bodyPr>
            <a:normAutofit/>
          </a:bodyPr>
          <a:lstStyle/>
          <a:p>
            <a:pPr marL="64135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135" indent="0" algn="ctr">
              <a:buNone/>
            </a:pPr>
            <a:r>
              <a:rPr lang="en-US" sz="3600" b="1" i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XIN CẢM ƠN VÌ ĐÃ LẮNG NGHE !</a:t>
            </a:r>
          </a:p>
          <a:p>
            <a:pPr marL="64135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135" indent="0" algn="ctr">
              <a:buNone/>
            </a:pPr>
            <a:r>
              <a:rPr lang="en-US" sz="13800" b="1" dirty="0"/>
              <a:t>Q&amp;A?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tf10167107</Template>
  <TotalTime>984</TotalTime>
  <Words>528</Words>
  <Application>Microsoft Office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Baskerville Old Face</vt:lpstr>
      <vt:lpstr>Calibri</vt:lpstr>
      <vt:lpstr>Segoe UI</vt:lpstr>
      <vt:lpstr>Wingdings</vt:lpstr>
      <vt:lpstr>Wingdings 2</vt:lpstr>
      <vt:lpstr>Verve</vt:lpstr>
      <vt:lpstr>CHECKLIST TESTCASE &amp; TESTING</vt:lpstr>
      <vt:lpstr>NỘI DUNG</vt:lpstr>
      <vt:lpstr>1. Checklist là gì? </vt:lpstr>
      <vt:lpstr>1. Checklist là gì? </vt:lpstr>
      <vt:lpstr>2. Cấu trúc checklist</vt:lpstr>
      <vt:lpstr>3. Cách thực hiện checklist</vt:lpstr>
      <vt:lpstr>3. Cách thực hiện checklist</vt:lpstr>
      <vt:lpstr>4. Những điều cần tránh khi sử dụng checklist</vt:lpstr>
      <vt:lpstr>5. Ví dụ </vt:lpstr>
      <vt:lpstr>5. Ví dụ </vt:lpstr>
      <vt:lpstr>5. CHECKLIST TEST CASE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Progress or Status</dc:title>
  <dc:creator>Duong Thi Hong Diep</dc:creator>
  <cp:lastModifiedBy>Pham Thi Thanh Nga</cp:lastModifiedBy>
  <cp:revision>477</cp:revision>
  <dcterms:created xsi:type="dcterms:W3CDTF">2018-01-16T08:57:00Z</dcterms:created>
  <dcterms:modified xsi:type="dcterms:W3CDTF">2023-04-07T10:20:48Z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1033-10.2.0.7587</vt:lpwstr>
  </property>
</Properties>
</file>